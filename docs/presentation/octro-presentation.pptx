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04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400" b="1">
                <a:solidFill>
                  <a:srgbClr val="F5F2E8"/>
                </a:solidFill>
                <a:latin typeface="Georgia"/>
              </a:rPr>
              <a:t>Octro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52044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B8C98A"/>
                </a:solidFill>
                <a:latin typeface="Arial"/>
              </a:rPr>
              <a:t>Anticiper un manque de trésorerie, choisir sans dette d'abord, exécuter sur XRPL quand c'est nécessaire.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85216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F5F2E8"/>
                </a:solidFill>
                <a:latin typeface="Arial"/>
              </a:rPr>
              <a:t>CDC v2.2 · Track 1 Loaded · Kevin, Samet, Augustin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2860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304B35"/>
                </a:solidFill>
                <a:latin typeface="Arial"/>
              </a:rPr>
              <a:t>LE SUJET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0271F"/>
                </a:solidFill>
                <a:latin typeface="Georgia"/>
              </a:rPr>
              <a:t>Un moteur, trois publics, une même promesse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280160" cy="50800"/>
          </a:xfrm>
          <a:prstGeom prst="rect">
            <a:avLst/>
          </a:prstGeom>
          <a:solidFill>
            <a:srgbClr val="304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10881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B7463"/>
                </a:solidFill>
                <a:latin typeface="Arial"/>
              </a:rPr>
              <a:t>Octro v2.2 — Track 1 Loaded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202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Octro rapproche l'argent disponible, les revenus attendus et les dépenses à venir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Particuliers, indépendants et organisations sur le même moteur de coordination financière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La première question n'est jamais le crédit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Priorité aux fonds propres et aux ajustements sans dette avant toute comparaison de financement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Le crédit XRPL n'intervient que lorsqu'il est réellement pertinent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Track 1 Loaded : cycle de prêt XLS-65/66 avec Credentials &amp; Permissioned Domains sur un vault privé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Workspace personnel sans Organization, sans wallet, sans crédit obligatoire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04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880360"/>
            <a:ext cx="10515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0" b="1">
                <a:solidFill>
                  <a:srgbClr val="F5F2E8"/>
                </a:solidFill>
                <a:latin typeface="Georgia"/>
              </a:rPr>
              <a:t>→ Démo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2860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304B35"/>
                </a:solidFill>
                <a:latin typeface="Arial"/>
              </a:rPr>
              <a:t>OÙ OCTRO PEUT S'INTÉGRER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0271F"/>
                </a:solidFill>
                <a:latin typeface="Georgia"/>
              </a:rPr>
              <a:t>Des connecteurs candidats, pas acquis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280160" cy="50800"/>
          </a:xfrm>
          <a:prstGeom prst="rect">
            <a:avLst/>
          </a:prstGeom>
          <a:solidFill>
            <a:srgbClr val="304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10881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B7463"/>
                </a:solidFill>
                <a:latin typeface="Arial"/>
              </a:rPr>
              <a:t>Octro v2.2 — Track 1 Loaded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202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Mobile money (pays africains), UPI (Inde), PIX (Brésil), banque européenne, PSP international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Familles de connecteurs candidates ; langue, faible débit, formats et capacités locales traités indépendamment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Sans connecteur local : saisie manuelle et import restent toujours possibles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Le socle personnel reste utile même quand le financement ou la connexion sont indisponibles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Disponibilité évaluée par capacité et par juridiction, jamais globale par défaut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Matrice séparée pour analyse / connexion / transfert / financement — « mondial » ne veut pas dire que tous les rails fonctionnent partout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2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400" b="1">
                <a:solidFill>
                  <a:srgbClr val="F5F2E8"/>
                </a:solidFill>
                <a:latin typeface="Georgia"/>
              </a:rPr>
              <a:t>Retour développeur — points clés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79476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B8C98A"/>
                </a:solidFill>
                <a:latin typeface="Arial"/>
              </a:rPr>
              <a:t>Algorithmes  ·  Orchestration agentique  ·  MCP  ·  Machine learning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2860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304B35"/>
                </a:solidFill>
                <a:latin typeface="Arial"/>
              </a:rPr>
              <a:t>RETOUR DÉVELOPPEUR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0271F"/>
                </a:solidFill>
                <a:latin typeface="Georgia"/>
              </a:rPr>
              <a:t>Algorithmes utilisés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280160" cy="50800"/>
          </a:xfrm>
          <a:prstGeom prst="rect">
            <a:avLst/>
          </a:prstGeom>
          <a:solidFill>
            <a:srgbClr val="304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10881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B7463"/>
                </a:solidFill>
                <a:latin typeface="Arial"/>
              </a:rPr>
              <a:t>Octro v2.2 — Track 1 Loaded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202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CVaR — forme fermée de Rockafellar–Uryasev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Vérifié sur la fixture CDC : pertes [0,0,100], poids [0,80 ; 0,15 ; 0,05] → CVaR95 = 100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Moteur personnel sans dette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Réserve protégée en contrainte dure, jamais relâchée automatiquement ; montant revérifié après arrondi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Allocation de financement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Offre la moins chère d'abord (glouton), dette terminale conservée au-delà de l'horizon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Pas encore de solveur LP/MILP unifié (scipy/HiGHS)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Chaque garantie du CDC est prouvée sur les scénarios de démo, pas sur un plan combiné multi-actifs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2860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304B35"/>
                </a:solidFill>
                <a:latin typeface="Arial"/>
              </a:rPr>
              <a:t>RETOUR DÉVELOPPEUR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0271F"/>
                </a:solidFill>
                <a:latin typeface="Georgia"/>
              </a:rPr>
              <a:t>Orchestration agentique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280160" cy="50800"/>
          </a:xfrm>
          <a:prstGeom prst="rect">
            <a:avLst/>
          </a:prstGeom>
          <a:solidFill>
            <a:srgbClr val="304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10881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B7463"/>
                </a:solidFill>
                <a:latin typeface="Arial"/>
              </a:rPr>
              <a:t>Octro v2.2 — Track 1 Loaded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202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Coordinateur borné : maximum 12 appels d'outils (AGT-01)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Aucun outil de signature ou de soumission accessible au LLM (AGT-02)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Bascule déterministe si le fournisseur LLM est indisponible (AGT-03)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Implémentation actuelle : raccourci à 2 appels (analyse + explication)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Pas encore le graphe complet à 6 étapes du CDC : collecter → analyser → simuler → expliquer → attendre décision → suivre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2860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304B35"/>
                </a:solidFill>
                <a:latin typeface="Arial"/>
              </a:rPr>
              <a:t>RETOUR DÉVELOPPEUR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0271F"/>
                </a:solidFill>
                <a:latin typeface="Georgia"/>
              </a:rPr>
              <a:t>MCP (Model Context Protocol)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280160" cy="50800"/>
          </a:xfrm>
          <a:prstGeom prst="rect">
            <a:avLst/>
          </a:prstGeom>
          <a:solidFill>
            <a:srgbClr val="304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10881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B7463"/>
                </a:solidFill>
                <a:latin typeface="Arial"/>
              </a:rPr>
              <a:t>Octro v2.2 — Track 1 Loaded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202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3 outils exposés, strictement en lecture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Résumé de compte, projection de trésorerie, explication de proposition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Autorisation héritée de l'API métier (tenant, scope, jeton)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MCP ne constitue pas un second chemin d'autorisation ni une preuve de confiance en soi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Signature et soumission XRPL : toujours hors du LLM et hors MCP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Limite actuelle : réponses câblées en dur sur la fixture Lina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Pas encore branchées aux cas d'usage réels ni aux namespaces data.*/engine.* du CDC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2860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304B35"/>
                </a:solidFill>
                <a:latin typeface="Arial"/>
              </a:rPr>
              <a:t>RETOUR DÉVELOPPEUR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0271F"/>
                </a:solidFill>
                <a:latin typeface="Georgia"/>
              </a:rPr>
              <a:t>Machine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280160" cy="50800"/>
          </a:xfrm>
          <a:prstGeom prst="rect">
            <a:avLst/>
          </a:prstGeom>
          <a:solidFill>
            <a:srgbClr val="304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10881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B7463"/>
                </a:solidFill>
                <a:latin typeface="Arial"/>
              </a:rPr>
              <a:t>Octro v2.2 — Track 1 Loaded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202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Aucun modèle génératif n'invente une probabilité d'encaissement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Poids de scénarios déclarés et fixes (0,80 / 0,15 / 0,05), affichés comme hypothèses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Le LLM explique un plan déjà calculé, il ne le recalcule pas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Les chiffres affichés proviennent du moteur déterministe, jamais du texte généré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Estimation ML des délais/défauts par historique : hors MVP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Prévue post-hackathon, avec séparation entraînement/validation et tests de calibration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2860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304B35"/>
                </a:solidFill>
                <a:latin typeface="Arial"/>
              </a:rPr>
              <a:t>POTENTIEL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0271F"/>
                </a:solidFill>
                <a:latin typeface="Georgia"/>
              </a:rPr>
              <a:t>Un chemin par capacité, pas une promesse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280160" cy="50800"/>
          </a:xfrm>
          <a:prstGeom prst="rect">
            <a:avLst/>
          </a:prstGeom>
          <a:solidFill>
            <a:srgbClr val="304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10881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B7463"/>
                </a:solidFill>
                <a:latin typeface="Arial"/>
              </a:rPr>
              <a:t>Octro v2.2 — Track 1 Loaded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202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1">
                <a:solidFill>
                  <a:srgbClr val="20271F"/>
                </a:solidFill>
                <a:latin typeface="Arial"/>
              </a:rPr>
              <a:t>▸ Semaines 1-2 : stabiliser les adaptateurs, tester l'utilité avec particuliers et indépendants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20271F"/>
                </a:solidFill>
                <a:latin typeface="Arial"/>
              </a:rPr>
              <a:t>▸ Semaines 3-6 : connecteurs autorisés, backtests, instrumentation du risque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20271F"/>
                </a:solidFill>
                <a:latin typeface="Arial"/>
              </a:rPr>
              <a:t>▸ Semaines 7-12 : pilote par capacité et juridiction validées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20271F"/>
                </a:solidFill>
                <a:latin typeface="Arial"/>
              </a:rPr>
              <a:t>▸ Modèle économique proposé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Socle personnel gratuit (saisie, calendrier, simulation) ; abonnement facultatif pour automatisations avancées ; offre équipe/API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20271F"/>
                </a:solidFill>
                <a:latin typeface="Arial"/>
              </a:rPr>
              <a:t>▸ Machine learning post-hackathon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Estimation des délais et défauts par historique autorisé, séparation entraînement/validation, comparée à une baseline calendrier avant d'être retenue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20271F"/>
                </a:solidFill>
                <a:latin typeface="Arial"/>
              </a:rPr>
              <a:t>▸ Sponsoring, DID et connecteurs avancent selon les résultats de recette, jamais selon une promesse de disponibilité mondiale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