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F5F2E8"/>
                </a:solidFill>
                <a:latin typeface="Georgia"/>
              </a:rPr>
              <a:t>Octro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B8C98A"/>
                </a:solidFill>
                <a:latin typeface="Arial"/>
              </a:rPr>
              <a:t>See a cash shortfall coming, choose no-debt options first, execute on XRPL only when it's actually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2E8"/>
                </a:solidFill>
                <a:latin typeface="Arial"/>
              </a:rPr>
              <a:t>CDC v2.2 · Track 1 Loaded · Kevin, Samet, Augustin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04B35"/>
                </a:solidFill>
                <a:latin typeface="Arial"/>
              </a:rPr>
              <a:t>THE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71F"/>
                </a:solidFill>
                <a:latin typeface="Georgia"/>
              </a:rPr>
              <a:t>One engine, three audiences, one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463"/>
                </a:solidFill>
                <a:latin typeface="Arial"/>
              </a:rPr>
              <a:t>Octro v2.2 — Track 1 Loaded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0271F"/>
                </a:solidFill>
                <a:latin typeface="Arial"/>
              </a:rPr>
              <a:t>▸ Octro brings together available cash, expected income, and upcoming expenses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304B35"/>
                </a:solidFill>
                <a:latin typeface="Arial"/>
              </a:rPr>
              <a:t>–  Individuals, freelancers, and organizations run on the same financial coordination engine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0271F"/>
                </a:solidFill>
                <a:latin typeface="Arial"/>
              </a:rPr>
              <a:t>▸ The first question is never credit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304B35"/>
                </a:solidFill>
                <a:latin typeface="Arial"/>
              </a:rPr>
              <a:t>–  Priority to own funds and no-debt adjustments before any financing comparison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0271F"/>
                </a:solidFill>
                <a:latin typeface="Arial"/>
              </a:rPr>
              <a:t>▸ XRPL credit only steps in when it's genuinely relevant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304B35"/>
                </a:solidFill>
                <a:latin typeface="Arial"/>
              </a:rPr>
              <a:t>–  Track 1 Loaded: XLS-65/66 loan cycle with Credentials &amp; Permissioned Domains on a private vault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0271F"/>
                </a:solidFill>
                <a:latin typeface="Arial"/>
              </a:rPr>
              <a:t>▸ Personal workspace with no Organization, no wallet, no credit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5F2E8"/>
                </a:solidFill>
                <a:latin typeface="Georgia"/>
              </a:rPr>
              <a:t>→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04B35"/>
                </a:solidFill>
                <a:latin typeface="Arial"/>
              </a:rPr>
              <a:t>WHERE OCTRO CAN PLUG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71F"/>
                </a:solidFill>
                <a:latin typeface="Georgia"/>
              </a:rPr>
              <a:t>Candidate connectors, not acquired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463"/>
                </a:solidFill>
                <a:latin typeface="Arial"/>
              </a:rPr>
              <a:t>Octro v2.2 — Track 1 Loaded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0271F"/>
                </a:solidFill>
                <a:latin typeface="Arial"/>
              </a:rPr>
              <a:t>▸ Mobile money (African countries), UPI (India), PIX (Brazil), European banking, international PSPs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304B35"/>
                </a:solidFill>
                <a:latin typeface="Arial"/>
              </a:rPr>
              <a:t>–  Candidate connector families; language, low bandwidth, formats and local capabilities handled independently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0271F"/>
                </a:solidFill>
                <a:latin typeface="Arial"/>
              </a:rPr>
              <a:t>▸ No local connector: manual entry and import always remain available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304B35"/>
                </a:solidFill>
                <a:latin typeface="Arial"/>
              </a:rPr>
              <a:t>–  The personal baseline stays useful even when financing or a connection is unavailable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0271F"/>
                </a:solidFill>
                <a:latin typeface="Arial"/>
              </a:rPr>
              <a:t>▸ Availability assessed by capability and jurisdiction, never global by default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304B35"/>
                </a:solidFill>
                <a:latin typeface="Arial"/>
              </a:rPr>
              <a:t>–  Separate matrix for analysis / connection / transfer / financing — “global” doesn't mean every rail works everywhere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F2E8"/>
                </a:solidFill>
                <a:latin typeface="Georgia"/>
              </a:rPr>
              <a:t>Developer feedback —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C98A"/>
                </a:solidFill>
                <a:latin typeface="Arial"/>
              </a:rPr>
              <a:t>Algorithms  ·  Agentic orchestration  ·  MCP  ·  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04B35"/>
                </a:solidFill>
                <a:latin typeface="Arial"/>
              </a:rPr>
              <a:t>DEVELOPER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271F"/>
                </a:solidFill>
                <a:latin typeface="Georgia"/>
              </a:rPr>
              <a:t>Algorithms, agents, MCP,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50800"/>
          </a:xfrm>
          <a:prstGeom prst="rect">
            <a:avLst/>
          </a:prstGeom>
          <a:solidFill>
            <a:srgbClr val="304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463"/>
                </a:solidFill>
                <a:latin typeface="Arial"/>
              </a:rPr>
              <a:t>Octro v2.2 — Track 1 Loaded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04B35"/>
                </a:solidFill>
                <a:latin typeface="Arial"/>
              </a:rPr>
              <a:t>Algorithms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58567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CVaR closed form (Rockafellar–Uryasev), verified on the CDC fixture → CVaR95 = 100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No-debt engine: protected reserve as a hard constraint; financing picks cheapest offer first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No unified LP/MILP solver yet (scipy/HiGHS)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74519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04B35"/>
                </a:solidFill>
                <a:latin typeface="Arial"/>
              </a:rPr>
              <a:t>Agentic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58567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Bounded coordinator, 12 tool calls max (AGT-01)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No signing or submission tool reachable by the LLM (AGT-02)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Currently a 2-call shortcut, not the CDC's full 6-stage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04B35"/>
                </a:solidFill>
                <a:latin typeface="Arial"/>
              </a:rPr>
              <a:t>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44568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3 tools exposed, strictly read-only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Signing and submission always outside the LLM and outside MCP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Responses currently hardcoded on the Lina fixture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1605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04B35"/>
                </a:solidFill>
                <a:latin typeface="Arial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44568"/>
            <a:ext cx="539496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No generative model invents a settlement probability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Scenario weights are fixed (0.80 / 0.15 / 0.05), shown as assumptions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0271F"/>
                </a:solidFill>
                <a:latin typeface="Arial"/>
              </a:rPr>
              <a:t>▸ The LLM explains an already-computed plan, it doesn't recompute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