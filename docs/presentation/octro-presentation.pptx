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F5F2E8"/>
                </a:solidFill>
                <a:latin typeface="Georgia"/>
              </a:rPr>
              <a:t>Octro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B8C98A"/>
                </a:solidFill>
                <a:latin typeface="Arial"/>
              </a:rPr>
              <a:t>See a cash shortfall coming, choose no-debt options first, execute on XRPL only when it's actually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2E8"/>
                </a:solidFill>
                <a:latin typeface="Arial"/>
              </a:rPr>
              <a:t>CDC v2.2 · Track 1 Loaded · Kevin, Samet, Augustin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THE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One engine, three audiences, one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Octro brings together available cash, expected income, and upcoming expenses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Individuals, freelancers, and organizations run on the same financial coordination engine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The first question is never credit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Priority to own funds and no-debt adjustments before any financing comparison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XRPL credit only steps in when it's genuinely relevant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Track 1 Loaded: XLS-65/66 loan cycle with Credentials &amp; Permissioned Domains on a private vault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A liquidity buffer wallet advances withdrawals when the shared vault is temporarily illiquid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Capped at the internal ledger balance; never a silent shortfall on a partial fill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KYC validation issues a CredentialCreate of type OCTRO_KYC_VALID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Required to interact with Octro's lending pools; gates credit access without touching the forecasting baseline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Personal workspace with no Organization, no wallet, no credit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F5F2E8"/>
                </a:solidFill>
                <a:latin typeface="Georgia"/>
              </a:rPr>
              <a:t>→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WHERE OCTRO CAN PLUG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Candidate connectors, not acquired integrations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Mobile money (African countries), UPI (India), PIX (Brazil), European banking, international PSPs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Candidate connector families; language, low bandwidth, formats and local capabilities handled independently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No local connector: manual entry and import always remain available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The personal baseline stays useful even when financing or a connection is unavailable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Availability assessed by capability and jurisdiction, never global by default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Separate matrix for analysis / connection / transfer / financing — “global” doesn't mean every rail works everywhere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5F2E8"/>
                </a:solidFill>
                <a:latin typeface="Georgia"/>
              </a:rPr>
              <a:t>Developer feedback — 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C98A"/>
                </a:solidFill>
                <a:latin typeface="Arial"/>
              </a:rPr>
              <a:t>Algorithms  ·  Agentic orchestration  ·  MCP  ·  Machine 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DEVELOPER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Algorithms, agents, MCP,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Algorithms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58567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CVaR closed form (Rockafellar–Uryasev), verified on the CDC fixture → CVaR95 = 100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No-debt engine: protected reserve as a hard constraint; financing picks cheapest offer first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unified LP/MILP solver yet (scipy/HiGHS)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74519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Agentic 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58567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Bounded coordinator, 12 tool calls max (AGT-01)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signing or submission tool reachable by the LLM (AGT-02)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Currently a 2-call shortcut, not the CDC's full 6-stage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44568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3 tools exposed, strictly read-only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Signing and submission always outside the LLM and outside MCP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Responses currently hardcoded on the Lina fixture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1605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44568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generative model invents a settlement probability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Scenario weights are fixed (0.80 / 0.15 / 0.05), shown as assumptions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The LLM explains an already-computed plan, it doesn't recompute 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