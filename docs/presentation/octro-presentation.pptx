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F5F2E8"/>
                </a:solidFill>
                <a:latin typeface="Georgia"/>
              </a:rPr>
              <a:t>Octro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204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B8C98A"/>
                </a:solidFill>
                <a:latin typeface="Arial"/>
              </a:rPr>
              <a:t>Anticiper un manque de trésorerie, choisir sans dette d'abord, exécuter sur XRPL quand c'est nécessaire.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5F2E8"/>
                </a:solidFill>
                <a:latin typeface="Arial"/>
              </a:rPr>
              <a:t>CDC v2.2 · Track 1 Loaded · Kevin, Samet, Augustin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LE SUJET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Un moteur, trois publics, une même promesse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Octro rapproche l'argent disponible, les revenus attendus et les dépenses à venir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Particuliers, indépendants et organisations sur le même moteur de coordination financière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La première question n'est jamais le crédit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Priorité aux fonds propres et aux ajustements sans dette avant toute comparaison de financement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Le crédit XRPL n'intervient que lorsqu'il est réellement pertinent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Track 1 Loaded : cycle de prêt XLS-65/66 avec Credentials &amp; Permissioned Domains sur un vault privé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Workspace personnel sans Organization, sans wallet, sans crédit obligatoire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→ On bascule sur la démo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20271F"/>
                </a:solidFill>
                <a:latin typeface="Arial"/>
              </a:rPr>
              <a:t>▸ Calendrier personnel (Lina) : manque détecté avant l'échéance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Réserve protégée visible, proposition de transfert de fonds propres sans dette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20271F"/>
                </a:solidFill>
                <a:latin typeface="Arial"/>
              </a:rPr>
              <a:t>▸ Cas indépendant / organisation : retard de règlement, comparaison d'options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20271F"/>
                </a:solidFill>
                <a:latin typeface="Arial"/>
              </a:rPr>
              <a:t>▸ Cycle de prêt réel sur le Custom Hackathon Devnet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Vault → dépôt → courtier → prêt accepté → décaissement → remboursement → retrait avec rendement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20271F"/>
                </a:solidFill>
                <a:latin typeface="Arial"/>
              </a:rPr>
              <a:t>▸ Contrôle d'accès Credentials/Domains : refus sans attestation, acceptation avec attestation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5F2E8"/>
                </a:solidFill>
                <a:latin typeface="Georgia"/>
              </a:rPr>
              <a:t>Retour développeur — points clés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C98A"/>
                </a:solidFill>
                <a:latin typeface="Arial"/>
              </a:rPr>
              <a:t>Algorithmes  ·  Orchestration agentique  ·  MCP  ·  Machine learning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RETOUR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Algorithmes utilisés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CVaR — forme fermée de Rockafellar–Uryasev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Vérifié sur la fixture CDC : pertes [0,0,100], poids [0,80 ; 0,15 ; 0,05] → CVaR95 = 100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Moteur personnel sans dette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Réserve protégée en contrainte dure, jamais relâchée automatiquement ; montant revérifié après arrondi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Allocation de financement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Offre la moins chère d'abord (glouton), dette terminale conservée au-delà de l'horizon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Pas encore de solveur LP/MILP unifié (scipy/HiGHS)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Chaque garantie du CDC est prouvée sur les scénarios de démo, pas sur un plan combiné multi-actifs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RETOUR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Orchestration agentique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Coordinateur borné : maximum 12 appels d'outils (AGT-01)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Aucun outil de signature ou de soumission accessible au LLM (AGT-02)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Bascule déterministe si le fournisseur LLM est indisponible (AGT-03)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Implémentation actuelle : raccourci à 2 appels (analyse + explication)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Pas encore le graphe complet à 6 étapes du CDC : collecter → analyser → simuler → expliquer → attendre décision → suivre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RETOUR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MCP (Model Context Protocol)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3 outils exposés, strictement en lecture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Résumé de compte, projection de trésorerie, explication de proposition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Autorisation héritée de l'API métier (tenant, scope, jeton)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MCP ne constitue pas un second chemin d'autorisation ni une preuve de confiance en soi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Signature et soumission XRPL : toujours hors du LLM et hors MCP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Limite actuelle : réponses câblées en dur sur la fixture Lina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Pas encore branchées aux cas d'usage réels ni aux namespaces data.*/engine.* du CDC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RETOUR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Machine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Aucun modèle génératif n'invente une probabilité d'encaissement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Poids de scénarios déclarés et fixes (0,80 / 0,15 / 0,05), affichés comme hypothèses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Le LLM explique un plan déjà calculé, il ne le recalcule pas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Les chiffres affichés proviennent du moteur déterministe, jamais du texte généré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Estimation ML des délais/défauts par historique : hors MVP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Prévue post-hackathon, avec séparation entraînement/validation et tests de calibration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