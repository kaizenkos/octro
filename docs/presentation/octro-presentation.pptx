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See a cash shortfall coming, choose no-debt options first, execute on XRPL only when it's actually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THE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One engine, three audiences, one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Octro brings together available cash, expected income, and upcoming expenses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Individuals, freelancers, and organizations run on the same financial coordination engine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The first question is never credit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Priority to own funds and no-debt adjustments before any financing comparison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XRPL credit only steps in when it's genuinely relevant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Loaded: XLS-65/66 loan cycle with Credentials &amp; Permissioned Domains on a private vault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Personal workspace with no Organization, no wallet, no credit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5F2E8"/>
                </a:solidFill>
                <a:latin typeface="Georgia"/>
              </a:rPr>
              <a:t>→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WHERE OCTRO CAN PLUG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Candidate connectors, not acquired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(African countries), UPI (India), PIX (Brazil), European banking, international PSPs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Candidate connector families; language, low bandwidth, formats and local capabilities handled independently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local connector: manual entry and import always remain available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The personal baseline stays useful even when financing or a connection is unavailable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Availability assessed by capability and jurisdiction, never global by default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Separate matrix for analysis / connection / transfer / financing — “global” doesn't mean every rail works everywhere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Developer feedback — 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Algorithms  ·  Agentic orchestration  ·  MCP  · 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CVaR — closed form (Rockafellar–Uryasev)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Verified against the CDC fixture: losses [0,0,100], weights [0.80, 0.15, 0.05] → CVaR95 = 100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Personal no-debt engine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Protected reserve as a hard constraint, never auto-relaxed; amount re-checked after rounding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Financing allocation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Cheapest offer first (greedy), terminal debt kept past the horizon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unified LP/MILP solver yet (scipy/HiGHS)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Every CDC guarantee is proven on the demo scenarios, not on a combined multi-asset 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Agentic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Bounded coordinator: 12 tool calls maximum (AGT-01)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signing or submission tool ever reachable by the LLM (AGT-02)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Deterministic fallback if the LLM provider is unavailable (AGT-03)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Current implementation: a 2-call shortcut (analyze + explain)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Not yet the CDC's full 6-stage graph: collect → analyze → simulate → explain → await decision → follow 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MCP (Model Context Protocol)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3 tools exposed, strictly read-only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Account summary, cash-flow projection, proposal explanation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Authorization inherited from the business API (tenant, scope, token)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MCP is not a second authorization path, nor proof of trust on its own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XRPL signing and submission: always outside the LLM and outside MCP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Current limitation: responses are hardcoded on the Lina fixture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Not yet wired to real use cases or to the CDC's data.*/engine.* namespaces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generative model invents a settlement probability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Scenario weights are declared and fixed (0.80 / 0.15 / 0.05), shown as assumptions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The LLM explains an already-computed plan, it doesn't recompute 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Displayed figures come from the deterministic engine, never from generated text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ML estimation of delays/defaults from history: out of scope for the MVP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Planned post-hackathon, with train/validation separation and calibration tests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 path by capability, not a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Weeks 1-2: stabilize the adapters, test usefulness with individuals and freelancers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Weeks 3-6: authorized connectors, backtests, risk instrumentation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Weeks 7-12: pilot by validated capability and jurisdiction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Proposed business model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Free personal baseline (entry, calendar, simulation); optional subscription for advanced automations; team/API offering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Machine learning, post-hackathon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Estimating delays and defaults from authorized history, train/validation separation, benchmarked against a calendar baseline before being adopted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Sponsorship, DID and connectors advance based on acceptance-test results, never on a promise of global availability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